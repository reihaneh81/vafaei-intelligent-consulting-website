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7168" y="1005840"/>
            <a:ext cx="1737360" cy="1737360"/>
          </a:xfrm>
          <a:prstGeom prst="ellipse">
            <a:avLst/>
          </a:prstGeom>
          <a:ln w="25400">
            <a:solidFill>
              <a:srgbClr val="F5B663"/>
            </a:solidFill>
            <a:prstDash val="solid"/>
          </a:ln>
        </p:spPr>
      </p:sp>
      <p:pic>
        <p:nvPicPr>
          <p:cNvPr id="3" name="Image 0" descr="assets/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266" y="1335938"/>
            <a:ext cx="1077163" cy="1077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072488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AI strategy into measurable business transformation — from opportunity to production.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38048" y="5623560"/>
            <a:ext cx="0" cy="502920"/>
          </a:xfrm>
          <a:prstGeom prst="line">
            <a:avLst/>
          </a:prstGeom>
          <a:noFill/>
          <a:ln w="12700">
            <a:solidFill>
              <a:srgbClr val="F5B663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2640" y="55961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02640" y="58338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Reihaneh Vafaei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49928" y="5623560"/>
            <a:ext cx="0" cy="502920"/>
          </a:xfrm>
          <a:prstGeom prst="line">
            <a:avLst/>
          </a:prstGeom>
          <a:noFill/>
          <a:ln w="12700">
            <a:solidFill>
              <a:srgbClr val="F5B663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4520" y="55961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14520" y="58338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Stockholm, Sweden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61808" y="5623560"/>
            <a:ext cx="0" cy="502920"/>
          </a:xfrm>
          <a:prstGeom prst="line">
            <a:avLst/>
          </a:prstGeom>
          <a:noFill/>
          <a:ln w="12700">
            <a:solidFill>
              <a:srgbClr val="F5B663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6400" y="55961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6400" y="58338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Automation ·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" y="1060704"/>
            <a:ext cx="0" cy="4480560"/>
          </a:xfrm>
          <a:prstGeom prst="line">
            <a:avLst/>
          </a:prstGeom>
          <a:noFill/>
          <a:ln w="15875">
            <a:solidFill>
              <a:srgbClr val="F5B663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" y="1019556"/>
            <a:ext cx="82296" cy="82296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566928" cy="566928"/>
          </a:xfrm>
          <a:prstGeom prst="ellipse">
            <a:avLst/>
          </a:prstGeom>
          <a:solidFill>
            <a:srgbClr val="072F33"/>
          </a:solidFill>
          <a:ln w="19050">
            <a:solidFill>
              <a:srgbClr val="F5B663"/>
            </a:solidFill>
            <a:prstDash val="solid"/>
          </a:ln>
        </p:spPr>
      </p:sp>
      <p:pic>
        <p:nvPicPr>
          <p:cNvPr id="5" name="Image 0" descr="assets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905256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08760" y="768096"/>
            <a:ext cx="0" cy="585216"/>
          </a:xfrm>
          <a:prstGeom prst="line">
            <a:avLst/>
          </a:prstGeom>
          <a:noFill/>
          <a:ln w="12700">
            <a:solidFill>
              <a:srgbClr val="F5B663">
                <a:alpha val="4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09928" y="8412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STRATEGY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28116" y="1915668"/>
            <a:ext cx="82296" cy="82296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072F33"/>
          </a:solidFill>
          <a:ln w="19050">
            <a:solidFill>
              <a:srgbClr val="F5B663"/>
            </a:solidFill>
            <a:prstDash val="solid"/>
          </a:ln>
        </p:spPr>
      </p:sp>
      <p:pic>
        <p:nvPicPr>
          <p:cNvPr id="10" name="Image 1" descr="assets/icon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801368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08760" y="1664208"/>
            <a:ext cx="0" cy="585216"/>
          </a:xfrm>
          <a:prstGeom prst="line">
            <a:avLst/>
          </a:prstGeom>
          <a:noFill/>
          <a:ln w="12700">
            <a:solidFill>
              <a:srgbClr val="F5B663">
                <a:alpha val="4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709928" y="1737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&amp; READINESS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928116" y="2811780"/>
            <a:ext cx="82296" cy="82296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2569464"/>
            <a:ext cx="566928" cy="566928"/>
          </a:xfrm>
          <a:prstGeom prst="ellipse">
            <a:avLst/>
          </a:prstGeom>
          <a:solidFill>
            <a:srgbClr val="072F33"/>
          </a:solidFill>
          <a:ln w="19050">
            <a:solidFill>
              <a:srgbClr val="F5B663"/>
            </a:solidFill>
            <a:prstDash val="solid"/>
          </a:ln>
        </p:spPr>
      </p:sp>
      <p:pic>
        <p:nvPicPr>
          <p:cNvPr id="15" name="Image 2" descr="assets/icon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697480"/>
            <a:ext cx="310896" cy="31089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508760" y="2560320"/>
            <a:ext cx="0" cy="585216"/>
          </a:xfrm>
          <a:prstGeom prst="line">
            <a:avLst/>
          </a:prstGeom>
          <a:noFill/>
          <a:ln w="12700">
            <a:solidFill>
              <a:srgbClr val="F5B663">
                <a:alpha val="45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709928" y="26334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OPPORTUNITIES &amp; USE CASES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928116" y="3707892"/>
            <a:ext cx="82296" cy="82296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" y="3465576"/>
            <a:ext cx="566928" cy="566928"/>
          </a:xfrm>
          <a:prstGeom prst="ellipse">
            <a:avLst/>
          </a:prstGeom>
          <a:solidFill>
            <a:srgbClr val="072F33"/>
          </a:solidFill>
          <a:ln w="19050">
            <a:solidFill>
              <a:srgbClr val="F5B663"/>
            </a:solidFill>
            <a:prstDash val="solid"/>
          </a:ln>
        </p:spPr>
      </p:sp>
      <p:pic>
        <p:nvPicPr>
          <p:cNvPr id="20" name="Image 3" descr="assets/icon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593592"/>
            <a:ext cx="310896" cy="310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508760" y="3456432"/>
            <a:ext cx="0" cy="585216"/>
          </a:xfrm>
          <a:prstGeom prst="line">
            <a:avLst/>
          </a:prstGeom>
          <a:noFill/>
          <a:ln w="12700">
            <a:solidFill>
              <a:srgbClr val="F5B663">
                <a:alpha val="45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709928" y="352958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ARCHITECTURE &amp; ENGINEERING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928116" y="4604004"/>
            <a:ext cx="82296" cy="82296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24" name="Shape 18"/>
          <p:cNvSpPr/>
          <p:nvPr/>
        </p:nvSpPr>
        <p:spPr>
          <a:xfrm>
            <a:off x="685800" y="4361688"/>
            <a:ext cx="566928" cy="566928"/>
          </a:xfrm>
          <a:prstGeom prst="ellipse">
            <a:avLst/>
          </a:prstGeom>
          <a:solidFill>
            <a:srgbClr val="072F33"/>
          </a:solidFill>
          <a:ln w="19050">
            <a:solidFill>
              <a:srgbClr val="F5B663"/>
            </a:solidFill>
            <a:prstDash val="solid"/>
          </a:ln>
        </p:spPr>
      </p:sp>
      <p:pic>
        <p:nvPicPr>
          <p:cNvPr id="25" name="Image 4" descr="assets/icon_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489704"/>
            <a:ext cx="310896" cy="31089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508760" y="4352544"/>
            <a:ext cx="0" cy="585216"/>
          </a:xfrm>
          <a:prstGeom prst="line">
            <a:avLst/>
          </a:prstGeom>
          <a:noFill/>
          <a:ln w="12700">
            <a:solidFill>
              <a:srgbClr val="F5B663">
                <a:alpha val="4500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709928" y="442569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INTELLIGENT AUTOMATION</a:t>
            </a:r>
            <a:endParaRPr lang="en-US" sz="1450" dirty="0"/>
          </a:p>
        </p:txBody>
      </p:sp>
      <p:sp>
        <p:nvSpPr>
          <p:cNvPr id="28" name="Shape 21"/>
          <p:cNvSpPr/>
          <p:nvPr/>
        </p:nvSpPr>
        <p:spPr>
          <a:xfrm>
            <a:off x="928116" y="5500116"/>
            <a:ext cx="82296" cy="82296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29" name="Shape 22"/>
          <p:cNvSpPr/>
          <p:nvPr/>
        </p:nvSpPr>
        <p:spPr>
          <a:xfrm>
            <a:off x="685800" y="5257800"/>
            <a:ext cx="566928" cy="566928"/>
          </a:xfrm>
          <a:prstGeom prst="ellipse">
            <a:avLst/>
          </a:prstGeom>
          <a:solidFill>
            <a:srgbClr val="072F33"/>
          </a:solidFill>
          <a:ln w="19050">
            <a:solidFill>
              <a:srgbClr val="F5B663"/>
            </a:solidFill>
            <a:prstDash val="solid"/>
          </a:ln>
        </p:spPr>
      </p:sp>
      <p:pic>
        <p:nvPicPr>
          <p:cNvPr id="30" name="Image 5" descr="assets/icon_ge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5385816"/>
            <a:ext cx="310896" cy="31089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1508760" y="5248656"/>
            <a:ext cx="0" cy="585216"/>
          </a:xfrm>
          <a:prstGeom prst="line">
            <a:avLst/>
          </a:prstGeom>
          <a:noFill/>
          <a:ln w="12700">
            <a:solidFill>
              <a:srgbClr val="F5B663">
                <a:alpha val="4500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709928" y="53218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&amp; SYSTEM INTEGRATION</a:t>
            </a:r>
            <a:endParaRPr lang="en-US" sz="1450" dirty="0"/>
          </a:p>
        </p:txBody>
      </p:sp>
      <p:sp>
        <p:nvSpPr>
          <p:cNvPr id="33" name="Shape 25"/>
          <p:cNvSpPr/>
          <p:nvPr/>
        </p:nvSpPr>
        <p:spPr>
          <a:xfrm>
            <a:off x="7863840" y="822960"/>
            <a:ext cx="2651760" cy="2651760"/>
          </a:xfrm>
          <a:prstGeom prst="ellipse">
            <a:avLst/>
          </a:prstGeom>
          <a:ln w="25400">
            <a:solidFill>
              <a:srgbClr val="F5B663"/>
            </a:solidFill>
            <a:prstDash val="solid"/>
          </a:ln>
        </p:spPr>
      </p:sp>
      <p:pic>
        <p:nvPicPr>
          <p:cNvPr id="34" name="Image 6" descr="assets/logo-m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7674" y="1326794"/>
            <a:ext cx="1644091" cy="164409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strategy, built for production.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 helps organizations turn AI strategy into measurable business transformation. We identify high-value opportunities, design practical AI roadmaps, and deliver scalable intelligent solutions from strategy and architecture to implementation and production.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combines strategic AI transformation expertise with hands-on experience in AI, automation, and system integration.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03920" y="1280160"/>
            <a:ext cx="2377440" cy="2377440"/>
          </a:xfrm>
          <a:prstGeom prst="ellipse">
            <a:avLst/>
          </a:prstGeom>
          <a:ln w="25400">
            <a:solidFill>
              <a:srgbClr val="F5B663"/>
            </a:solidFill>
            <a:prstDash val="solid"/>
          </a:ln>
        </p:spPr>
      </p:sp>
      <p:pic>
        <p:nvPicPr>
          <p:cNvPr id="7" name="Image 0" descr="assets/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634" y="1731874"/>
            <a:ext cx="1474013" cy="14740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4348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4636008"/>
            <a:ext cx="310896" cy="310896"/>
          </a:xfrm>
          <a:prstGeom prst="ellipse">
            <a:avLst/>
          </a:prstGeom>
          <a:solidFill>
            <a:srgbClr val="072F33"/>
          </a:solidFill>
          <a:ln w="12700">
            <a:solidFill>
              <a:srgbClr val="F5B6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4636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" y="503834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" y="5303520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production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26280" y="44348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27448" y="4636008"/>
            <a:ext cx="310896" cy="310896"/>
          </a:xfrm>
          <a:prstGeom prst="ellipse">
            <a:avLst/>
          </a:prstGeom>
          <a:solidFill>
            <a:srgbClr val="072F33"/>
          </a:solidFill>
          <a:ln w="12700">
            <a:solidFill>
              <a:srgbClr val="F5B6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4636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27448" y="503834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Generative AI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5303520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Claude · Azure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12480" y="44348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13648" y="4636008"/>
            <a:ext cx="310896" cy="310896"/>
          </a:xfrm>
          <a:prstGeom prst="ellipse">
            <a:avLst/>
          </a:prstGeom>
          <a:solidFill>
            <a:srgbClr val="072F33"/>
          </a:solidFill>
          <a:ln w="12700">
            <a:solidFill>
              <a:srgbClr val="F5B66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13648" y="4636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13648" y="503834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yrs · 2 in AI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13648" y="5303520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Transformation, automation &amp; integration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&amp;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reported across engagements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accuracy, and coverage gains from real delivery.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extraction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45152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processing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3024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1624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421624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coverage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159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68680" y="5120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effort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16552" y="4114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43159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45152" y="5120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latency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3024" y="4114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43159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421624" y="5120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accuracy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behind the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agent frameworks to the cloud-native plumbing that keeps systems in 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06040"/>
            <a:ext cx="365760" cy="0"/>
          </a:xfrm>
          <a:prstGeom prst="line">
            <a:avLst/>
          </a:prstGeom>
          <a:noFill/>
          <a:ln w="31750">
            <a:solidFill>
              <a:srgbClr val="F5B6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04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Frameworks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" y="28712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7889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32141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1318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35570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34747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38999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38176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42428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4160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" y="45857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45034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49286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4846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71416" y="21031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5736" y="2606040"/>
            <a:ext cx="365760" cy="0"/>
          </a:xfrm>
          <a:prstGeom prst="line">
            <a:avLst/>
          </a:prstGeom>
          <a:noFill/>
          <a:ln w="31750">
            <a:solidFill>
              <a:srgbClr val="F5B6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2304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64024" y="28712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26" name="Text 24"/>
          <p:cNvSpPr/>
          <p:nvPr/>
        </p:nvSpPr>
        <p:spPr>
          <a:xfrm>
            <a:off x="4946904" y="27889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64024" y="32141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28" name="Text 26"/>
          <p:cNvSpPr/>
          <p:nvPr/>
        </p:nvSpPr>
        <p:spPr>
          <a:xfrm>
            <a:off x="4946904" y="31318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64024" y="35570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30" name="Text 28"/>
          <p:cNvSpPr/>
          <p:nvPr/>
        </p:nvSpPr>
        <p:spPr>
          <a:xfrm>
            <a:off x="4946904" y="34747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64024" y="38999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32" name="Text 30"/>
          <p:cNvSpPr/>
          <p:nvPr/>
        </p:nvSpPr>
        <p:spPr>
          <a:xfrm>
            <a:off x="4946904" y="38176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Services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64024" y="42428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34" name="Text 32"/>
          <p:cNvSpPr/>
          <p:nvPr/>
        </p:nvSpPr>
        <p:spPr>
          <a:xfrm>
            <a:off x="4946904" y="4160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64024" y="45857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36" name="Text 34"/>
          <p:cNvSpPr/>
          <p:nvPr/>
        </p:nvSpPr>
        <p:spPr>
          <a:xfrm>
            <a:off x="4946904" y="45034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64024" y="49286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38" name="Text 36"/>
          <p:cNvSpPr/>
          <p:nvPr/>
        </p:nvSpPr>
        <p:spPr>
          <a:xfrm>
            <a:off x="4946904" y="4846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302752" y="21031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77072" y="2606040"/>
            <a:ext cx="365760" cy="0"/>
          </a:xfrm>
          <a:prstGeom prst="line">
            <a:avLst/>
          </a:prstGeom>
          <a:noFill/>
          <a:ln w="31750">
            <a:solidFill>
              <a:srgbClr val="F5B6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77072" y="2304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Data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95360" y="28712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43" name="Text 41"/>
          <p:cNvSpPr/>
          <p:nvPr/>
        </p:nvSpPr>
        <p:spPr>
          <a:xfrm>
            <a:off x="8778240" y="27889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595360" y="32141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45" name="Text 43"/>
          <p:cNvSpPr/>
          <p:nvPr/>
        </p:nvSpPr>
        <p:spPr>
          <a:xfrm>
            <a:off x="8778240" y="31318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595360" y="35570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47" name="Text 45"/>
          <p:cNvSpPr/>
          <p:nvPr/>
        </p:nvSpPr>
        <p:spPr>
          <a:xfrm>
            <a:off x="8778240" y="34747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595360" y="38999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49" name="Text 47"/>
          <p:cNvSpPr/>
          <p:nvPr/>
        </p:nvSpPr>
        <p:spPr>
          <a:xfrm>
            <a:off x="8778240" y="38176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595360" y="42428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51" name="Text 49"/>
          <p:cNvSpPr/>
          <p:nvPr/>
        </p:nvSpPr>
        <p:spPr>
          <a:xfrm>
            <a:off x="8778240" y="4160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595360" y="4585716"/>
            <a:ext cx="73152" cy="73152"/>
          </a:xfrm>
          <a:prstGeom prst="ellipse">
            <a:avLst/>
          </a:prstGeom>
          <a:solidFill>
            <a:srgbClr val="F5B663"/>
          </a:solidFill>
          <a:ln/>
        </p:spPr>
      </p:sp>
      <p:sp>
        <p:nvSpPr>
          <p:cNvPr id="53" name="Text 51"/>
          <p:cNvSpPr/>
          <p:nvPr/>
        </p:nvSpPr>
        <p:spPr>
          <a:xfrm>
            <a:off x="8778240" y="45034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783080"/>
            <a:ext cx="0" cy="4343400"/>
          </a:xfrm>
          <a:prstGeom prst="line">
            <a:avLst/>
          </a:prstGeom>
          <a:noFill/>
          <a:ln w="15875">
            <a:solidFill>
              <a:srgbClr val="F5B663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1746504"/>
            <a:ext cx="164592" cy="164592"/>
          </a:xfrm>
          <a:prstGeom prst="ellipse">
            <a:avLst/>
          </a:prstGeom>
          <a:solidFill>
            <a:srgbClr val="F5B663"/>
          </a:solidFill>
          <a:ln w="25400">
            <a:solidFill>
              <a:srgbClr val="072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6367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2026–present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AI Transformation Consultant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91109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 — AI transformation, solutions architecture, AI engineering, and intelligent automation.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60704" y="2679192"/>
            <a:ext cx="164592" cy="164592"/>
          </a:xfrm>
          <a:prstGeom prst="ellipse">
            <a:avLst/>
          </a:prstGeom>
          <a:solidFill>
            <a:srgbClr val="F5B663"/>
          </a:solidFill>
          <a:ln w="25400">
            <a:solidFill>
              <a:srgbClr val="072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569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2024–present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Engineer &amp; Solutions Architect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4378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proptech startups — generative AI, LLMs, RAG, agents, and enterprise AI architecture on Azure OpenAI.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60704" y="3611880"/>
            <a:ext cx="164592" cy="164592"/>
          </a:xfrm>
          <a:prstGeom prst="ellipse">
            <a:avLst/>
          </a:prstGeom>
          <a:solidFill>
            <a:srgbClr val="F5B663"/>
          </a:solidFill>
          <a:ln w="25400">
            <a:solidFill>
              <a:srgbClr val="072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3502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2022–Jul 2024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34655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Manager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7764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Viaplay Group — bridged IT and business stakeholders, driving AI-driven finance automation on Azure AI and Dynamics 365.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60704" y="4544568"/>
            <a:ext cx="164592" cy="164592"/>
          </a:xfrm>
          <a:prstGeom prst="ellipse">
            <a:avLst/>
          </a:prstGeom>
          <a:solidFill>
            <a:srgbClr val="F5B663"/>
          </a:solidFill>
          <a:ln w="25400">
            <a:solidFill>
              <a:srgbClr val="072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43982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Integration Software Engineer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7091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Viaplay Group — API-driven integration across HR, payroll, and finance.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0704" y="5477256"/>
            <a:ext cx="164592" cy="164592"/>
          </a:xfrm>
          <a:prstGeom prst="ellipse">
            <a:avLst/>
          </a:prstGeom>
          <a:solidFill>
            <a:srgbClr val="F5B663"/>
          </a:solidFill>
          <a:ln w="25400">
            <a:solidFill>
              <a:srgbClr val="072F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5367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2017–2019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17320" y="53309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&amp; Scrum Master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56418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Viaplay Group — Python/Selenium framework and agile delivery leadership.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CREDENTIALS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Studied, delivered, and certified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practice has studied, delivered, and certified. Not client endorsements.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10128" cy="1371600"/>
          </a:xfrm>
          <a:prstGeom prst="roundRect">
            <a:avLst>
              <a:gd name="adj" fmla="val 6667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04872"/>
            <a:ext cx="457200" cy="457200"/>
          </a:xfrm>
          <a:prstGeom prst="ellipse">
            <a:avLst/>
          </a:prstGeom>
          <a:solidFill>
            <a:srgbClr val="072F33"/>
          </a:solidFill>
          <a:ln w="15875">
            <a:solidFill>
              <a:srgbClr val="F5B6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9900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Viaplay Group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78808" y="2148840"/>
            <a:ext cx="3310128" cy="1371600"/>
          </a:xfrm>
          <a:prstGeom prst="roundRect">
            <a:avLst>
              <a:gd name="adj" fmla="val 6667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404872"/>
            <a:ext cx="457200" cy="457200"/>
          </a:xfrm>
          <a:prstGeom prst="ellipse">
            <a:avLst/>
          </a:prstGeom>
          <a:solidFill>
            <a:srgbClr val="072F33"/>
          </a:solidFill>
          <a:ln w="15875">
            <a:solidFill>
              <a:srgbClr val="F5B6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9900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Research Institutes of Sweden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17536" y="2148840"/>
            <a:ext cx="3310128" cy="1371600"/>
          </a:xfrm>
          <a:prstGeom prst="roundRect">
            <a:avLst>
              <a:gd name="adj" fmla="val 6667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2404872"/>
            <a:ext cx="457200" cy="457200"/>
          </a:xfrm>
          <a:prstGeom prst="ellipse">
            <a:avLst/>
          </a:prstGeom>
          <a:solidFill>
            <a:srgbClr val="072F33"/>
          </a:solidFill>
          <a:ln w="15875">
            <a:solidFill>
              <a:srgbClr val="F5B6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73568" y="29900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Chalmers University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3310128" cy="1371600"/>
          </a:xfrm>
          <a:prstGeom prst="roundRect">
            <a:avLst>
              <a:gd name="adj" fmla="val 6667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4032504"/>
            <a:ext cx="457200" cy="457200"/>
          </a:xfrm>
          <a:prstGeom prst="ellipse">
            <a:avLst/>
          </a:prstGeom>
          <a:solidFill>
            <a:srgbClr val="072F33"/>
          </a:solidFill>
          <a:ln w="15875">
            <a:solidFill>
              <a:srgbClr val="F5B6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461772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KTH Royal Institute of Technology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78808" y="3776472"/>
            <a:ext cx="3310128" cy="1371600"/>
          </a:xfrm>
          <a:prstGeom prst="roundRect">
            <a:avLst>
              <a:gd name="adj" fmla="val 6667"/>
            </a:avLst>
          </a:prstGeom>
          <a:solidFill>
            <a:srgbClr val="0C4C52">
              <a:alpha val="45000"/>
            </a:srgbClr>
          </a:solidFill>
          <a:ln w="12700">
            <a:solidFill>
              <a:srgbClr val="F5B663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4032504"/>
            <a:ext cx="457200" cy="457200"/>
          </a:xfrm>
          <a:prstGeom prst="ellipse">
            <a:avLst/>
          </a:prstGeom>
          <a:solidFill>
            <a:srgbClr val="072F33"/>
          </a:solidFill>
          <a:ln w="15875">
            <a:solidFill>
              <a:srgbClr val="F5B6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461772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Certified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VAFAEI INTELLIGENT CONSULTING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048" y="914400"/>
            <a:ext cx="1371600" cy="1371600"/>
          </a:xfrm>
          <a:prstGeom prst="ellipse">
            <a:avLst/>
          </a:prstGeom>
          <a:ln w="25400">
            <a:solidFill>
              <a:srgbClr val="F5B663"/>
            </a:solidFill>
            <a:prstDash val="solid"/>
          </a:ln>
        </p:spPr>
      </p:sp>
      <p:pic>
        <p:nvPicPr>
          <p:cNvPr id="3" name="Image 0" descr="assets/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652" y="1175004"/>
            <a:ext cx="850392" cy="850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40280"/>
            <a:ext cx="107286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255368" y="3794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 project and I'll get back to you within one business day.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44288" y="443484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F5B663"/>
          </a:solidFill>
          <a:ln/>
        </p:spPr>
      </p:sp>
      <p:sp>
        <p:nvSpPr>
          <p:cNvPr id="7" name="Text 4"/>
          <p:cNvSpPr/>
          <p:nvPr/>
        </p:nvSpPr>
        <p:spPr>
          <a:xfrm>
            <a:off x="5044288" y="4434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call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89608" y="5394960"/>
            <a:ext cx="0" cy="502920"/>
          </a:xfrm>
          <a:prstGeom prst="line">
            <a:avLst/>
          </a:prstGeom>
          <a:noFill/>
          <a:ln w="12700">
            <a:solidFill>
              <a:srgbClr val="F5B663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54200" y="53675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54200" y="5605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Stockholm, Sweden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5394960"/>
            <a:ext cx="0" cy="502920"/>
          </a:xfrm>
          <a:prstGeom prst="line">
            <a:avLst/>
          </a:prstGeom>
          <a:noFill/>
          <a:ln w="12700">
            <a:solidFill>
              <a:srgbClr val="F5B663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3320" y="53675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43320" y="5605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· Integration · Automation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Vafaei Intelligent Consulting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Vafaei Intelligent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Vafaei Intelligent Consulting</dc:creator>
  <cp:lastModifiedBy>Vafaei Intelligent Consulting</cp:lastModifiedBy>
  <cp:revision>1</cp:revision>
  <dcterms:created xsi:type="dcterms:W3CDTF">2026-09-04T08:59:47Z</dcterms:created>
  <dcterms:modified xsi:type="dcterms:W3CDTF">2026-09-04T08:59:47Z</dcterms:modified>
</cp:coreProperties>
</file>